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51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D2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64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351C5B"/>
                </a:solidFill>
              </a:defRPr>
            </a:pPr>
            <a:r>
              <a:t>PROJECT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148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D2663"/>
                </a:solidFill>
              </a:defRPr>
            </a:pPr>
            <a:r>
              <a:t>Dictionary Based Error Detection and Suggestions in Text Processing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51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9D2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51C5B"/>
                </a:solidFill>
              </a:defRPr>
            </a:pPr>
            <a:r>
              <a:t>2.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D2663"/>
                </a:solidFill>
              </a:defRPr>
            </a:pPr>
            <a:r>
              <a:t>Purpose and goals of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Identify misspelled words quickly and efficiently.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Reduce manual effort in proofreading text.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Generate meaningful suggestions for incorrect words.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Provide a simple and user-friendly interface.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Create a foundation for future natural language processing features.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51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9D2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51C5B"/>
                </a:solidFill>
              </a:defRPr>
            </a:pPr>
            <a:r>
              <a:t>3. Working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D2663"/>
                </a:solidFill>
              </a:defRPr>
            </a:pPr>
            <a:r>
              <a:t>Steps followed by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Accept text from the user as input.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Split the text into individual words.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Compare each word with the dictionary.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Mark words that are not found in the dictionary as errors.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Generate suggestions using word similarity or edit distance.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Display the detected errors and suggested corrections.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51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9D2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51C5B"/>
                </a:solidFill>
              </a:defRPr>
            </a:pPr>
            <a:r>
              <a:t>4. Data Structures and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D2663"/>
                </a:solidFill>
              </a:defRPr>
            </a:pPr>
            <a:r>
              <a:t>Technical concepts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Arrays or lists can store input words and dictionary entries.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Hashing can support fast dictionary word lookup.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String processing is used to tokenize and normalize text.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Edit distance can measure the difference between two words.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Searching techniques help identify matching dictionary words.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Sorting can rank suggestions according to similarity.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51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9D2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51C5B"/>
                </a:solidFill>
              </a:defRPr>
            </a:pPr>
            <a:r>
              <a:t>5. Applications and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D2663"/>
                </a:solidFill>
              </a:defRPr>
            </a:pPr>
            <a:r>
              <a:t>Uses and possible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Useful for students, writers, and general text editing.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Can be integrated into document editors and educational tools.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Supports better spelling accuracy in written communication.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The dictionary can be expanded with technical and domain-specific words.</a:t>
            </a:r>
          </a:p>
          <a:p>
            <a:pPr>
              <a:spcAft>
                <a:spcPts val="1800"/>
              </a:spcAft>
              <a:defRPr sz="2200">
                <a:solidFill>
                  <a:srgbClr val="231937"/>
                </a:solidFill>
              </a:defRPr>
            </a:pPr>
            <a:r>
              <a:t>Future versions can include grammar checking, auto-correction, and multilingual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